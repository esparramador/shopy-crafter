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SHOPYCRAFTER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F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CAMPAIGN STORYBOARD DECK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4: Si nosotros gestionáramos [tu tienda]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Videos 9:16 + Master Cut 2:10 + Todos los Assets de Producción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E-commerce con IA | www.shopycrafter.com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Objetivo: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Posicionar ShopyCrafter como el socio premium de 'ingeniería de e-commerce' con IA para tiendas Shopify de alto volumen.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Mensaje Clave: </a:t>
            </a:r>
            <a:pPr indent="0" marL="0">
              <a:buNone/>
            </a:pPr>
            <a:r>
              <a:rPr lang="en-US" sz="1200" i="1" dirty="0">
                <a:solidFill>
                  <a:srgbClr val="00F0FF"/>
                </a:solidFill>
              </a:rPr>
              <a:t>"Si ShopyCrafter gestionara tu tienda… tus resultados serían otros."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</a:rPr>
              <a:t>Estructura Narrativa (6 vídeos que fluyen como 1 solo film de 2:10):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1. Command Center (Misterio + Autoridad) → 2. Lupa (Análisis profundo) → 3. Robotic Blueprint (Construcción IA) → 4. Dashboard (Resultados explosivos) → 5. Split-Screen (Transformación dramática) → 6. CTA Hero (Cierre poderoso)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Character Lock: Crafter (holographic AI woman, cyberpunk suit, neon-green hair) – usar misma referencia en todos los vídeos para coherencia total.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REFERENCE – CRAFER (LOCK 100%)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DESCRIPCIÓN EXACTA (copia-pega en todos los generadores de IA):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Sleek holographic AI woman, 30 years old, sharp cyberpunk tailored black suit with glowing cyan and neon-green circuit lines, short asymmetrical hair with vibrant neon-green highlights, confident professional expression, subtle holographic shimmer and edge glow, cinematic lighting, ultra-detailed face, premium corporate tech aesthetic.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</a:rPr>
              <a:t>PASO CRÍTICO: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1. Genera PRIMERO una imagen de referencia de Crafter usando la descripción arriba.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2. Usa esa imagen como 'Image Reference / Character Lock / IP-Adapter' en Kling, Runway, Luma y Pika.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3. Resultado: 100% coherencia de personaje en los 6 vídeos.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01 – COMMAND CENTER (22s)</a:t>
            </a:r>
            <a:endParaRPr lang="en-US" sz="2400" dirty="0"/>
          </a:p>
        </p:txBody>
      </p:sp>
      <p:pic>
        <p:nvPicPr>
          <p:cNvPr id="5" name="Image 0" descr="/home/workdir/artifacts/imagine_images/Kdz0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0292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9144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Futuristic command center. Crafter appears. Golden metrics explode. Headline: 'Si ShopyCrafter gestionara tu tienda'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0" y="32918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</a:rPr>
              <a:t>Prompt listo en el PDF de 16:9. VO y timing en el .srt adjunto.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→ Ver prompt completo y VO exacto en ShopyCrafter_16x9_Prompts_and_Locution_Brief.pdf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02 – LUPA DE PRECISIÓN (20s)</a:t>
            </a:r>
            <a:endParaRPr lang="en-US" sz="2400" dirty="0"/>
          </a:p>
        </p:txBody>
      </p:sp>
      <p:pic>
        <p:nvPicPr>
          <p:cNvPr id="5" name="Image 0" descr="/home/workdir/artifacts/imagine_images/ic1f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0292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9144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Magnifying glass reveals optimized code &amp; metrics. Conversion jumps 2.4% → 8.7%. Headline: 'Análisis profundo. Resultados reales.'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0" y="32918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</a:rPr>
              <a:t>Prompt listo en el PDF de 16:9. VO y timing en el .srt adjunto.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→ Ver prompt completo y VO exacto en ShopyCrafter_16x9_Prompts_and_Locution_Brief.pdf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03 – ROBOTIC BLUEPRINT (24s)</a:t>
            </a:r>
            <a:endParaRPr lang="en-US" sz="2400" dirty="0"/>
          </a:p>
        </p:txBody>
      </p:sp>
      <p:pic>
        <p:nvPicPr>
          <p:cNvPr id="5" name="Image 0" descr="/home/workdir/artifacts/imagine_images/OD24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0292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9144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Robotic arms build Shopify store blueprint. Crafter directs. Golden light burst. Headline: 'Construimos tu tienda perfecta'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0" y="32918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</a:rPr>
              <a:t>Prompt listo en el PDF de 16:9. VO y timing en el .srt adjunto.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→ Ver prompt completo y VO exacto en ShopyCrafter_16x9_Prompts_and_Locution_Brief.pdf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04 – DASHBOARD DORADO (18s)</a:t>
            </a:r>
            <a:endParaRPr lang="en-US" sz="2400" dirty="0"/>
          </a:p>
        </p:txBody>
      </p:sp>
      <p:pic>
        <p:nvPicPr>
          <p:cNvPr id="5" name="Image 0" descr="/home/workdir/artifacts/imagine_images/HL1M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0292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9144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Golden conversion graphs skyrocketing. +347% in 90 days. Crafter satisfied. Headline: '+347% conversión en 90 días'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0" y="32918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</a:rPr>
              <a:t>Prompt listo en el PDF de 16:9. VO y timing en el .srt adjunto.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→ Ver prompt completo y VO exacto en ShopyCrafter_16x9_Prompts_and_Locution_Brief.pdf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05 – SPLIT-SCREEN (25s)</a:t>
            </a:r>
            <a:endParaRPr lang="en-US" sz="2400" dirty="0"/>
          </a:p>
        </p:txBody>
      </p:sp>
      <p:pic>
        <p:nvPicPr>
          <p:cNvPr id="5" name="Image 0" descr="/home/workdir/artifacts/imagine_images/2mF2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0292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9144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Before (grey laggy) vs After (golden optimized). Crafter walks across the beam. Dramatic transformation. Headline: 'Antes. Después. ShopyCrafter.'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0" y="32918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</a:rPr>
              <a:t>Prompt listo en el PDF de 16:9. VO y timing en el .srt adjunto.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→ Ver prompt completo y VO exacto en ShopyCrafter_16x9_Prompts_and_Locution_Brief.pdf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MASTER CUT – 2:10 EPIC FILM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Los 6 vídeos están diseñados para concatenarse en UN solo film de 2 minutos 10 segundos con flujo emocional perfecto.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FLUJO DE EDICIÓN RECOMENDADO: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0:00-0:22  Video 1 (Command Center) → Golden light wipe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0:22-0:42  Video 2 (Lupa) → Robotic arm sweep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0:42-1:06  Video 3 (Blueprint) → Particle burst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1:06-1:24  Video 4 (Dashboard) → Golden beam extend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1:24-1:49  Video 5 (Split-Screen) → Crafter orbit fade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1:49-2:10  Video 6 (CTA) + extended logo zoom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</a:rPr>
              <a:t>Herramientas: CapCut (gratis + rápido) | Premiere Pro | DaVinci Resolve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</a:rPr>
              <a:t>Música: Una sola pista continua (exportar 2:10 bed primero)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F9F"/>
                </a:solidFill>
              </a:rPr>
              <a:t>Color: Aplicar mismo LUT dark teal + golden highlights a todos los clips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SPECS &amp;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ESPECIFICACIONES TÉCNICAS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9:16 (1080×1920) 30fps H.264 8-12 Mbps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16:9 (1920×1080) 30fps H.264 15-20 Mbps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Master Cut: 1920×1080 + letterbox 2.35:1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Audio: 48kHz 24-bit, -14 LUFS, -1 dBTP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LUT recomendado: Dark teal shadows + golden highlights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HERRAMIENTAS IA RECOMENDADAS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1. Kling AI 1.6 (mejor consistencia de personaje)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2. Runway Gen-3 Alpha (mejor prompt adherence)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3. Luma Dream Machine (mejor 3D/robotic)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4. Pika Labs 2.1 (más rápido para iterar)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</a:rPr>
              <a:t>PRÓXIMOS PASOS (24-48h)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1. Generar imagen de referencia de Crafter hoy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2. Ejecutar los 6 prompts en paralelo (Kling/Runway/Luma)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3. Editar master cut siguiendo la tabla de concatenación (2-3h)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4. Grabar locución con el brief adjunto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5. Exportar + subir a web + campañas ads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6. A/B test: Video 5 vs Video 6 como standalone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TODO LISTO. SHOPYCRAFTER VA A ROMPERLA.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ShopyCrafter - Storyboard &amp; Production Deck</dc:title>
  <dc:subject>PptxGenJS Presentation</dc:subject>
  <dc:creator>ShopyCrafter Creative Team</dc:creator>
  <cp:lastModifiedBy>ShopyCrafter Creative Team</cp:lastModifiedBy>
  <cp:revision>1</cp:revision>
  <dcterms:created xsi:type="dcterms:W3CDTF">2026-05-03T13:18:26Z</dcterms:created>
  <dcterms:modified xsi:type="dcterms:W3CDTF">2026-05-03T13:18:26Z</dcterms:modified>
</cp:coreProperties>
</file>