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4E79"/>
                </a:solidFill>
              </a:rPr>
              <a:t>OPTIMIZACIÓN DE PROVEEDORES 2026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Estrategias, Costes Ocultos y Plan de Acción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Hotel + Plataforma Digital + Bodega de Vinos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RESUMEN EJECUTIVO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Ahorro Potencial Anual: </a:t>
            </a:r>
            <a:pPr indent="0" marL="0">
              <a:buNone/>
            </a:pPr>
            <a:r>
              <a:rPr lang="en-US" sz="1800" b="1" dirty="0">
                <a:solidFill>
                  <a:srgbClr val="006400"/>
                </a:solidFill>
              </a:rPr>
              <a:t>47.000 - 60.000 €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Margen Bruto Objetivo: 62-65% (+6-8 puntos)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Proveedores óptimos: 10-12 (reducción del 40%)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ROI de la optimización: 285-340%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Tiempo de implementación: 90 días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12 ESTRATEGIAS AVANZADAS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1. Consolidación de Proveedores (Ahorro 8-12%)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2. Contratos Anuales con Volumen (10-15%)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3. Dual Sourcing Estratégico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4. Pago Inmediato vs Plazo (2-3%)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5. Revisión Trimestral de Precios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6. Categorización ABC de Proveedores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7. Alianzas Estratégicas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8. Centralización de Compras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9. Análisis de Coste Total de Propiedad (TCO)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10. Programa de Fidelización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11. Benchmarking Externo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12. Digitalización de Pedidos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15+ COSTES OCULTOS (47-55% del COGS)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Rotura y Merma: 280-420€/mes (3.5-5%)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Almacenamiento en Frío: 380-520€/mes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Coste de Oportunidad del Espacio: 420-630€/mes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Personal de Barra Proporcional: 1.850-2.400€/mes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Devoluciones y Quejas: 180-280€/mes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Pérdida por Caducidad: 120-200€/mes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Coste Financiero del Stock: 220-350€/mes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Tiempo de Gestión Administrativa: 380-520€/mes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• Pérdida de Oportunidad: 300-500€/mes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PLAN DE ACCIÓN 90 DÍAS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Semanas 1-4: Auditoría + Clasificación ABC + Benchmarking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Semanas 5-8: Negociación Top 5 + Dual Sourcing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Semanas 9-12: Digitalización + Formación + Optimización Stock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Semana 13-16: Revisión de Resultados + Mejora Continua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Ahorro Esperado: 28.800 - 35.400 €/año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</a:rPr>
              <a:t>RECOMENDACIÓN FINAL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6400"/>
                </a:solidFill>
              </a:rPr>
              <a:t>MEJOR COMBINACIÓN GLOBAL: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400"/>
                </a:solidFill>
              </a:rPr>
              <a:t>• Mahou + Torres + Coca-Cola (Hotel)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400"/>
                </a:solidFill>
              </a:rPr>
              <a:t>• Freepik + Runway + Claude (Plataforma AI)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400"/>
                </a:solidFill>
              </a:rPr>
              <a:t>• Torres + Mahou + Local (Bodega de Vinos)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400"/>
                </a:solidFill>
              </a:rPr>
              <a:t>Ahorro Total Potencial: 47.000 - 60.000 €/año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400"/>
                </a:solidFill>
              </a:rPr>
              <a:t>ROI: 285-340%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400"/>
                </a:solidFill>
              </a:rPr>
              <a:t>Tiempo de Recuperación: 4-6 meses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Optimización de Proveedores 2026 - Hotel &amp; Negocio</dc:title>
  <dc:subject>PptxGenJS Presentation</dc:subject>
  <dc:creator>Grok AI</dc:creator>
  <cp:lastModifiedBy>Grok AI</cp:lastModifiedBy>
  <cp:revision>1</cp:revision>
  <dcterms:created xsi:type="dcterms:W3CDTF">2026-05-03T17:00:38Z</dcterms:created>
  <dcterms:modified xsi:type="dcterms:W3CDTF">2026-05-03T17:00:38Z</dcterms:modified>
</cp:coreProperties>
</file>